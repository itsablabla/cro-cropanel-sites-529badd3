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(80/100)  ·  10 findings  ·  10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most valuable conversion mechanism on this site is the coverage-check form, which is the primary entry point for users to determine if the service is available at their address. This mechanism is bleeding value because the homepage presents multiple competing CTAs that dilute focus, and the /pricing page fails to render, breaking the path for users seeking plan details. Additionally, the lack of clear plan context and security trust markers around the form increases friction and reduces trust, causing users to abandon before completing the coverage check.</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1.8–8.2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Competing CTAs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High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Multiple competing calls-to-action on the homepage create ambiguity about the primary next step, diluting conversion foc</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Generic value proposition</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Low · PXL 6/10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headline claims reliability and nationwide coverage but does not explain what the product is or why it is b</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C0392B"/>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Pricing page error</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Urgent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/pricing page fails to render, breaking the path for users seeking plan details before conversion.</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Pricing lacks plan context</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Prices appear as bare dollar figures without plan names, features, or differentiators, so visitors cannot judge which op</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One-time fees without context</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One-time costs appear alongside monthly prices without explanation of what they cover, potentially surprising visitors a</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Duplicate forms with identical submit</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Duplicate forms with identical CONTINUE submit buttons on multiple pages create a redundant or confusing step in the fun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Competing CTAs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"CHECK COVERAGE | CHECK IF IT WORKS AT MY ADDRESS | SEE MY OPTIONS | GET STARTED | START CHAT | SEE WHAT I QUALIFY FOR |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Multiple competing calls-to-action on the homepage create ambiguity about the primary next step, diluting conversion focus.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Generic value proposition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"Reliable Internet That Works Anywhere in the U.S."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headline claims reliability and nationwide coverage but does not explain what the product is or why it is better than alternatives.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3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Pricing page error</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"/pricing": "error""</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/pricing page fails to render, breaking the path for users seeking plan details before conversion.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Pricing lacks plan context</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"$99.95 /month"</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Prices appear as bare dollar figures without plan names, features, or differentiators, so visitors cannot judge which option fits them or why it is worth the cost.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One-time fees without context</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 section heading reads “$0.00 (one-time)”."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One-time costs appear alongside monthly prices without explanation of what they cover, potentially surprising visitors at checkout.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Pricing page error</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Generic value proposition</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Pricing lacks plan context</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One-time fees without context</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Duplicate forms with identical submit</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Vague guarantee signal</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Competing CTAs</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Inconsistent price formatting</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Price anchoring without plan details</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Missing security trust markers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